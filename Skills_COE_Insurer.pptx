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this is not a training program. It is an operating model for Skills — build, certify, govern, distribute, maintain, measure, improve — underpinned by an asset Accenture already runs internally.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the ask. 'Enablement' is too often read as training. The stronger proposition is Skills as an enterprise operating model / Center of Excellence.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directly to the insurer's stated need: work across functions to identify, build, improve/maintain, distribute, standardize and govern skills — and prevent every function creating inconsistent approaches. Concern underneath it: can internal teams build, maintain and govern skills effectively at scale?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Build→Validate→Govern→Distribute→Maintain→Measure→Improve is the spine from the positioning note. Ownership: a small COE core owns the standard and catalog; function squads own their skills; Anthropic validates.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point: Accenture already runs this internally (200+ skills). It demonstrates how we transform into an AI-native organisation and bring the same transformation to clients. The portal's Register→Assure→Discover→Consume→Improve is the productized backbone of the COE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mechanisms map to the insurer's concerns: standardization (skill-creator + validator + invariants, unique IDs), governance of proliferation (SkillSpector scan, publish/reject gating), reuse and prevention of inconsistency (curated searchable catalog), portability (any harness), and sustained quality (versioning, attribution, ratings).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mirrors the functional-workshop model: process intake → identify AI-augmentable portions → hands-on skill creation → move from training into workflow redesign. Accenture brings facilitators/domain specialists; the insurer brings SMEs; Anthropic brings product expertise and co-investment potential. Include token economics as an explicit workstream given rapid consumption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integrated POV: Skills COE + harness engineering = an Enterprise Claude Harness &amp; Skills Operating Model, validated with Anthropic. Next step is a scoped pilot on the existing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SKILLS CENTER OF EXCELLENCE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Turning institutional knowledge into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governed, reusable expertise for the enterprise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 enterprise operating model for building, certifying, and scaling Agent Skills — accelerated by the Accenture Skill Repository.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29260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Prepared for a leading insurer   |   Accenture × Anthropic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Enablement is not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gap is not teaching people to use Claude — it is running Skills as a governed enterprise capability.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25796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common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67715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Train thousands of employees to prompt Claude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Every function re-teaches the same processes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Skills are built ad hoc, inconsistently, in silos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No standard, no review, no shared library</a:t>
            </a:r>
            <a:endParaRPr lang="en-US" sz="1250" dirty="0"/>
          </a:p>
          <a:p>
            <a:pPr algn="l" marL="342900" indent="-342900">
              <a:lnSpc>
                <a:spcPct val="102000"/>
              </a:lnSpc>
              <a:buSzPct val="100000"/>
              <a:buChar char="–"/>
            </a:pPr>
            <a:r>
              <a:rPr lang="en-US" sz="12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Proliferation outpaces the ability to govern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3076" y="2286000"/>
            <a:ext cx="5225796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396" y="251460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 Skills operating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97396" y="3017520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→ Validate → Govern → Distribute → Maintain → Measure → Improve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97396" y="3794760"/>
            <a:ext cx="46771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9D9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Your best employee’s method becomes a governed, testable, portable asset — captured once, certified, and reusable across every agent surface, on day one, by anyone.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MANDATE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the insurer is asking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 cross-functional capability — not a course — that builds, standardizes, and governs Skills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9242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87168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Identify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944368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Find the workflows across Finance, Legal, Claims and other functions where Skills create real leverage.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2286000"/>
            <a:ext cx="339242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487168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4296" y="2944368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Convert informal, tribal processes into well-structured Skills with the right context, scripts and templates.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56448" y="2286000"/>
            <a:ext cx="339242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487168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944368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One way to author Skills — consistent structure, metadata and quality — instead of every team inventing its 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39242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544568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Govern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" y="5001768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Vet, security-scan and approve Skills; control proliferation and prevent inconsistent or unsafe approaches.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98264" y="4343400"/>
            <a:ext cx="339242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4544568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Distribute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54296" y="5001768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Make certified Skills discoverable and reusable across the organization and every agent surface.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56448" y="4343400"/>
            <a:ext cx="339242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544568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Sustain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5001768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Maintain, version and improve Skills over time, and manage token economics as consumption scales.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OPERATING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Skills COE runs a closed-loop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Every Skill moves through the same governed path — the loop is the operating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19279" y="2971800"/>
            <a:ext cx="9350393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0679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0679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Author from real workflows, to one standard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9078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907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4199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44199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Test invocation, output, edge cases, security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477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7477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2598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Govern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02598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Security-scan, risk-score, approve or reject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65876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5876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60997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Distribute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60997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Publish to a curated, searchable catalog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24275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275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9395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Maintain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19395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Version, attribute, re-review on change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82674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82674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77794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Measure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77794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Adoption, reuse, time saved, token cost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541073" y="2743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41073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36193" y="3273552"/>
            <a:ext cx="1466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Improve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36193" y="3584448"/>
            <a:ext cx="146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Ratings and usage raise quality over 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Measured usage and failures feed back into authoring — the library gets smaller and sharper over time.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120640"/>
            <a:ext cx="345338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30368"/>
            <a:ext cx="3453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COE core team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557784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Owns the standard, the catalog, intake, review and retirement.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67784" y="5120640"/>
            <a:ext cx="345338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7784" y="5230368"/>
            <a:ext cx="3453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Function squads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367784" y="557784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Domain SMEs + facilitators who build and own Skills for their area.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95488" y="5120640"/>
            <a:ext cx="345338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5488" y="5230368"/>
            <a:ext cx="3453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95488" y="557784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Validates the approach against emerging best practice and product direction.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ACCELERATOR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COE is not built from zero — it runs on the Accenture Skill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 governed portal for curated Agent Skills — captured, certified, and reusable across every agent surface.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98648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Skills live in the portal 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98264" y="224028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5-stage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98264" y="2898648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Governed lifecycle, productized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6448" y="224028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Any harness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56448" y="2898648"/>
            <a:ext cx="3392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Claude Code, Codex and more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0879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How the portal operationalizes the COE lifecycle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30959" y="4389120"/>
            <a:ext cx="872703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2359" y="41605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2359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690872"/>
            <a:ext cx="2090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Register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001768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Publishers upload Skills; queued for scanning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84118" y="41605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4118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67558" y="4690872"/>
            <a:ext cx="2090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Assure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67558" y="5001768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 security scan by SkillSpector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65876" y="41605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5876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9317" y="4690872"/>
            <a:ext cx="2090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Discover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49317" y="5001768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Semantic &amp; lexical search in seconds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7634" y="41605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7634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31075" y="4690872"/>
            <a:ext cx="2090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Consume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31075" y="5001768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Download once, run on any harness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229393" y="41605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9393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12834" y="4690872"/>
            <a:ext cx="2090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Improve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12834" y="5001768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Ratings &amp; usage raise quality over 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GOVERNANCE AT SCALE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Solving the hardest part of scaling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Standardize how Skills are built, and govern proliferation — enforced by the platform, not by policy alone.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2286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Standardized authoring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2286000"/>
            <a:ext cx="7296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 guided Skill-creator plus an automated validator enforce one structure, one metadata standard, and authoring invariants — so every function builds the same way. Duplicate IDs are blocked at source.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1090879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Automated assurance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3108960"/>
            <a:ext cx="7296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SkillSpector scans every Skill and issues a security report — risk score against a threshold, severity, findings (e.g. prompt-injection / data-exfiltration) and remediation. Skills are Published or Rejected; nothing ships unreviewed.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1090879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931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Curated discovery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3931920"/>
            <a:ext cx="7296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Certified Skills are searchable by function, domain and runtime, with version, token cost and download signals visible — reuse a battle-tested Skill instead of rebuilding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1090879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548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754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Portable consumption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754880"/>
            <a:ext cx="7296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One Skill, downloaded once, runs across Claude Code, Codex and other surfaces — no lock-in to a single harness.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522976"/>
            <a:ext cx="1090879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77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5577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Provenance &amp; improvement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5577840"/>
            <a:ext cx="7296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Every Skill is versioned, attributed and cited on reuse; ratings and usage drive quality. Roadmap adds RBAC, GitHub sync, and leaderboards.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DELIVERY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How we stand up the COE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Hands-on, function-by-function — moving teams from training into real workflow redesign.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0720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Process intake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17296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Sit with a function; map the workflows and pinpoint the parts suited to AI augmentation.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22402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280720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Hands-on build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7288" y="317296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Co-create Skills with SMEs in working sessions — not slideware — using the authoring standard.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22402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280720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Certify &amp; publish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54496" y="317296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Validate and security-scan through the portal; publish certified Skills to the catalog.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61704" y="22402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170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61704" y="280720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Redesign &amp; scale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061704" y="3172968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Rewire the workflow around the Skills, measure impact, then expand to the next function.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10908792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4340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squad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727448"/>
            <a:ext cx="52257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facilitators and domain specialists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Insurer function SMEs who will own the Skills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buSzPct val="100000"/>
              <a:buChar char="–"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Anthropic product expertise for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3076" y="434340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path to self-sufficiency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23076" y="4727448"/>
            <a:ext cx="52257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Pilot 2–3 functions (e.g. Finance, Legal, Claims)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Federate: each function runs its own Skill squad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buSzPct val="100000"/>
              <a:buChar char="–"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Token-economics workstream to manage consumption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WHY ACCENTURE × ANTHROPIC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 proven asset, an integrated operating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146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3331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Already built, already running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331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Skill Repository is live inside Accenture with 200+ certified Skills — not a concept, an accelerator we bring to you.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28744" y="1965960"/>
            <a:ext cx="333146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8744" y="2103120"/>
            <a:ext cx="3331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Governance is the product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28744" y="2834640"/>
            <a:ext cx="3331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Standardized authoring, automated security scanning and publish/reject gating are built in — the hardest part of scaling Skills is solved.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17408" y="1965960"/>
            <a:ext cx="333146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7408" y="2103120"/>
            <a:ext cx="3331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One operating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7408" y="2834640"/>
            <a:ext cx="3331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Skills sit inside a broader Enterprise Claude Harness — Skills, context, evals, memory and tools, governed together, validated with Anthropic.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908792" cy="1417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17720"/>
            <a:ext cx="10177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Immediate next step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02920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Stand up a Skills COE pilot on the Skill Repository for two priority functions — proving standardized build, automated governance, and measurable reuse within a single quarter.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Accenture  ×  Anthropic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2026-08-18T17:58:58Z</dcterms:created>
  <dcterms:modified xsi:type="dcterms:W3CDTF">2026-08-18T17:58:58Z</dcterms:modified>
</cp:coreProperties>
</file>